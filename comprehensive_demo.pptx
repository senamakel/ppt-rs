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9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Relationship Id="rId21" Type="http://schemas.openxmlformats.org/officeDocument/2006/relationships/slide" Target="slides/slide20.xml"/>
<Relationship Id="rId22" Type="http://schemas.openxmlformats.org/officeDocument/2006/relationships/slide" Target="slides/slide21.xml"/>
<Relationship Id="rId23" Type="http://schemas.openxmlformats.org/officeDocument/2006/relationships/slide" Target="slides/slide22.xml"/>
<Relationship Id="rId24" Type="http://schemas.openxmlformats.org/officeDocument/2006/relationships/slide" Target="slides/slide23.xml"/>
<Relationship Id="rId25" Type="http://schemas.openxmlformats.org/officeDocument/2006/relationships/slide" Target="slides/slide24.xml"/>
<Relationship Id="rId26" Type="http://schemas.openxmlformats.org/officeDocument/2006/relationships/slide" Target="slides/slide25.xml"/>
<Relationship Id="rId27" Type="http://schemas.openxmlformats.org/officeDocument/2006/relationships/slide" Target="slides/slide26.xml"/>
<Relationship Id="rId28" Type="http://schemas.openxmlformats.org/officeDocument/2006/relationships/slide" Target="slides/slide27.xml"/>
<Relationship Id="rId29" Type="http://schemas.openxmlformats.org/officeDocument/2006/relationships/slide" Target="slides/slide28.xml"/>
<Relationship Id="rId30" Type="http://schemas.openxmlformats.org/officeDocument/2006/relationships/slide" Target="slides/slide29.xml"/>
<Relationship Id="rId31" Type="http://schemas.openxmlformats.org/officeDocument/2006/relationships/slide" Target="slides/slide30.xml"/>
<Relationship Id="rId32" Type="http://schemas.openxmlformats.org/officeDocument/2006/relationships/slide" Target="slides/slide31.xml"/>
<Relationship Id="rId33" Type="http://schemas.openxmlformats.org/officeDocument/2006/relationships/slide" Target="slides/slide32.xml"/>
<Relationship Id="rId34" Type="http://schemas.openxmlformats.org/officeDocument/2006/relationships/slide" Target="slides/slide33.xml"/>
<Relationship Id="rId35" Type="http://schemas.openxmlformats.org/officeDocument/2006/relationships/slide" Target="slides/slide34.xml"/>
<Relationship Id="rId36" Type="http://schemas.openxmlformats.org/officeDocument/2006/relationships/slide" Target="slides/slide35.xml"/>
<Relationship Id="rId37" Type="http://schemas.openxmlformats.org/officeDocument/2006/relationships/slide" Target="slides/slide36.xml"/>
<Relationship Id="rId38" Type="http://schemas.openxmlformats.org/officeDocument/2006/relationships/slide" Target="slides/slide37.xml"/>
<Relationship Id="rId39" Type="http://schemas.openxmlformats.org/officeDocument/2006/relationships/slide" Target="slides/slide38.xml"/>
<Relationship Id="rId40" Type="http://schemas.openxmlformats.org/officeDocument/2006/relationships/slide" Target="slides/slide39.xml"/>
<Relationship Id="rId41" Type="http://schemas.openxmlformats.org/officeDocument/2006/relationships/slide" Target="slides/slide40.xml"/>
<Relationship Id="rId42" Type="http://schemas.openxmlformats.org/officeDocument/2006/relationships/slide" Target="slides/slide41.xml"/>
<Relationship Id="rId43" Type="http://schemas.openxmlformats.org/officeDocument/2006/relationships/slide" Target="slides/slide42.xml"/>
<Relationship Id="rId44" Type="http://schemas.openxmlformats.org/officeDocument/2006/relationships/slide" Target="slides/slide43.xml"/>
<Relationship Id="rId45" Type="http://schemas.openxmlformats.org/officeDocument/2006/relationships/slide" Target="slides/slide44.xml"/>
<Relationship Id="rId46" Type="http://schemas.openxmlformats.org/officeDocument/2006/relationships/notesMaster" Target="notesMasters/notesMaster1.xml"/>
<Relationship Id="rId47" Type="http://schemas.openxmlformats.org/officeDocument/2006/relationships/handoutMaster" Target="handoutMasters/handoutMaster1.xml"/>
<Relationship Id="rId48" Type="http://schemas.openxmlformats.org/officeDocument/2006/relationships/presProps" Target="presProps.xml"/>
<Relationship Id="rId49" Type="http://schemas.openxmlformats.org/officeDocument/2006/relationships/viewProps" Target="viewProps.xml"/>
<Relationship Id="rId50" Type="http://schemas.openxmlformats.org/officeDocument/2006/relationships/theme" Target="theme/theme1.xml"/>
<Relationship Id="rId51" Type="http://schemas.openxmlformats.org/officeDocument/2006/relationships/tableStyles" Target="tableStyles.xml"/>
</Relationships>
</file>

<file path=ppt/handoutMasters/_rels/handout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3.xml"/>
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>
            <p:ph type="hdr"/>
          </p:nvPr>
        </p:nvSpPr>
        <p:spPr/>
        <p:txBody>
          <a:bodyPr/>
          <a:lstStyle/>
          <a:p>
            <a:r>
              <a:t>Q1 2025 Strategy Review</a:t>
            </a:r>
          </a:p>
        </p:txBody>
      </p:sp>
      <p:sp>
        <p:nvSpPr>
          <p:cNvPr id="3" name="Footer"/>
          <p:cNvSpPr>
            <a:spLocks noGrp="1"/>
          </p:cNvSpPr>
          <p:nvPr>
            <p:ph type="ftr"/>
          </p:nvPr>
        </p:nvSpPr>
        <p:spPr/>
        <p:txBody>
          <a:bodyPr/>
          <a:lstStyle/>
          <a:p>
            <a:r>
              <a:t>Confidential - Internal Use Only</a:t>
            </a:r>
          </a:p>
        </p:txBody>
      </p:sp>
      <p:sp>
        <p:nvSpPr>
          <p:cNvPr id="4" name="Date"/>
          <p:cNvSpPr>
            <a:spLocks noGrp="1"/>
          </p:cNvSpPr>
          <p:nvPr>
            <p:ph type="dt"/>
          </p:nvPr>
        </p:nvSpPr>
        <p:spPr/>
        <p:txBody>
          <a:bodyPr/>
          <a:lstStyle/>
          <a:p>
            <a:fld id="{B6F15528-F159-4107-2D14-000000000000}" type="datetimeFigureOut">
              <a:t/>
            </a:fld>
            <a:endParaRPr/>
          </a:p>
        </p:txBody>
      </p:sp>
      <p:sp>
        <p:nvSpPr>
          <p:cNvPr id="5" name="Slide Number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fld id="{B6F15528-F159-4107-2D14-000000000001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828800"/>
            <a:ext cx="60960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/>
          </p:nvPr>
        </p:nvSpPr>
        <p:spPr>
          <a:xfrm>
            <a:off x="1524000" y="3657600"/>
            <a:ext cx="6096000" cy="9144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46614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457200" y="3657600"/>
            <a:ext cx="8229600" cy="13716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slideLayout" Target="../slideLayouts/slideLayout7.xml"/>
<Relationship Id="rId8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/>
          </p:nvPr>
        </p:nvSpPr>
        <p:spPr>
          <a:xfrm>
            <a:off x="312420" y="213360"/>
            <a:ext cx="8519760" cy="365125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Confidential - Internal Use Only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0}" type="datetimeFigureOut">
              <a:rPr lang="en-US" sz="1200"/>
              <a:t>6/1/2026</a:t>
            </a:fld>
            <a:endParaRPr lang="en-US" sz="120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/>
          </p:nvPr>
        </p:nvSpPr>
        <p:spPr>
          <a:xfrm>
            <a:off x="8610600" y="6356350"/>
            <a:ext cx="5334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1}" type="slidenum">
              <a:rPr lang="en-US" sz="1200"/>
              <a:t>‹#›</a:t>
            </a:fld>
            <a:endParaRPr lang="en-US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5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notesSlide" Target="../notesSlides/notesSlide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200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520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80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5142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/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t="2000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01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2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31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360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6377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1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7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1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5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00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86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4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152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1</Notes>
  <HiddenSlides>0</HiddenSlides>
  <MMClips>0</MMClips>
  <ScaleCrop>false</ScaleCrop>
  <HeadingPairs>
    <vt:vector size="2" baseType="variant">
      <vt:variant>
        <vt:lpstr>Slide Titles</vt:lpstr>
      </vt:variant>
      <vt:variant>
        <vt:i4>44</vt:i4>
      </vt:variant>
    </vt:vector>
  </HeadingPairs>
  <TitlesOfParts>
    <vt:vector size="44" baseType="lpstr">
      <vt:lpstr>PPTX-RS Element Showcase</vt:lpstr>
      <vt:lpstr>Section: Slide Layouts</vt:lpstr>
      <vt:lpstr>Text Formatting Options</vt:lpstr>
      <vt:lpstr>Key Highlights</vt:lpstr>
      <vt:lpstr>Two Column Comparison</vt:lpstr>
      <vt:lpstr>Slide 6</vt:lpstr>
      <vt:lpstr>Table with Cell Styling</vt:lpstr>
      <vt:lpstr>Chart Types: Bar, Line, Pie</vt:lpstr>
      <vt:lpstr>Shape Types with Color Fills</vt:lpstr>
      <vt:lpstr>Gradient Fills - Multiple Directions</vt:lpstr>
      <vt:lpstr>Transparency Effects - Overlapping Shapes</vt:lpstr>
      <vt:lpstr>Styled Connectors - Types, Arrows, Dashes</vt:lpstr>
      <vt:lpstr>Image Effects: Shadow (Outer Shadow)</vt:lpstr>
      <vt:lpstr>Image Effects: Reflection (Mirror Effect)</vt:lpstr>
      <vt:lpstr>Image Cropping: All Sides, Top/Bottom, Left/Right</vt:lpstr>
      <vt:lpstr>Image Effects: Glow (Golden Aura)</vt:lpstr>
      <vt:lpstr>Image Effects: Soft Edges (Feathered)</vt:lpstr>
      <vt:lpstr>Image Effects: Inner Shadow (Depth)</vt:lpstr>
      <vt:lpstr>Image Effects: Blur (Artistic)</vt:lpstr>
      <vt:lpstr>Combined Effects: Shadow + Reflection</vt:lpstr>
      <vt:lpstr>Financial Report - Advanced Table</vt:lpstr>
      <vt:lpstr>Pricing Comparison Matrix</vt:lpstr>
      <vt:lpstr>Development Process Flow</vt:lpstr>
      <vt:lpstr>Organization Structure</vt:lpstr>
      <vt:lpstr>PDCA Continuous Improvement Cycle</vt:lpstr>
      <vt:lpstr>Maslow's Hierarchy of Needs</vt:lpstr>
      <vt:lpstr>Finding Your Ikigai - Venn Diagram</vt:lpstr>
      <vt:lpstr>Project Roadmap 2024-2025</vt:lpstr>
      <vt:lpstr>Executive Dashboard - Q1 2024</vt:lpstr>
      <vt:lpstr>Summary &amp; Next Steps</vt:lpstr>
      <vt:lpstr>Bullet Styles - Numbered List</vt:lpstr>
      <vt:lpstr>Bullet Styles - Lettered Lists</vt:lpstr>
      <vt:lpstr>Bullet Styles - Roman Numerals</vt:lpstr>
      <vt:lpstr>Bullet Styles - Custom Characters</vt:lpstr>
      <vt:lpstr>Bullet Styles - Hierarchical Lists</vt:lpstr>
      <vt:lpstr>Text Enhancements - New Formatting</vt:lpstr>
      <vt:lpstr>Font Size Presets - Each line different size</vt:lpstr>
      <vt:lpstr>Theme Color Palettes</vt:lpstr>
      <vt:lpstr>Material &amp; Carbon Design Colors</vt:lpstr>
      <vt:lpstr>Image Loading - New Methods</vt:lpstr>
      <vt:lpstr>New Features in v0.2.1</vt:lpstr>
      <vt:lpstr>Slide Show Settings - Mode Comparison</vt:lpstr>
      <vt:lpstr>Print Handout - 6 Slides Per Page</vt:lpstr>
      <vt:lpstr>Advanced Table Merging - Merged Cells</vt:lpstr>
    </vt:vector>
  </TitlesOfParts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2026-10-07T23:50:26Z</dcterms:created>
  <dcterms:modified xsi:type="dcterms:W3CDTF">2026-10-07T23:50:26Z</dcterms:modified>
</cp:coreProperties>
</file>